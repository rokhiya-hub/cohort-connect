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D12"/>
    <a:srgbClr val="1D3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08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1645920" cy="1645920"/>
          </a:xfrm>
          <a:prstGeom prst="ellipse">
            <a:avLst/>
          </a:prstGeom>
          <a:solidFill>
            <a:srgbClr val="E3562B">
              <a:alpha val="30000"/>
            </a:srgbClr>
          </a:solidFill>
          <a:ln w="12700">
            <a:solidFill>
              <a:srgbClr val="E3562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07366"/>
            <a:ext cx="3031588" cy="480060"/>
          </a:xfrm>
          <a:prstGeom prst="roundRect">
            <a:avLst>
              <a:gd name="adj" fmla="val 39474"/>
            </a:avLst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07366"/>
            <a:ext cx="2743200" cy="445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KNOWLEDGE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 </a:t>
            </a:r>
            <a:r>
              <a:rPr lang="en-US" sz="4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Bridging the Gap Between Seniors &amp; Juniors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campus-oriented social networking &amp; knowledge-sharing platform for students, faculty, and institutions.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768948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Team CohortConnect  •  PS-116</a:t>
            </a:r>
            <a:endParaRPr lang="en-US" sz="1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A880E9C-F998-877A-C74E-B102C4E99B64}"/>
              </a:ext>
            </a:extLst>
          </p:cNvPr>
          <p:cNvSpPr/>
          <p:nvPr/>
        </p:nvSpPr>
        <p:spPr>
          <a:xfrm>
            <a:off x="6154615" y="2799471"/>
            <a:ext cx="28627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Rokhiya</a:t>
            </a:r>
            <a:endParaRPr lang="en-US" sz="1600" dirty="0">
              <a:solidFill>
                <a:srgbClr val="7F7F7F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Likhitha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Keerthana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Vyshnavi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0B86EC-6995-3FDA-758C-D67E0C433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18" y="998579"/>
            <a:ext cx="1990164" cy="15582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85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09728" cy="413766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Guidance Platform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First-year students lack a dedicated platform to connect with seniors for mentorship and guidance.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1887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5331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25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Knowledge Gets Lost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937760" y="17830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Valuable senior experiences — interview tips, internships, hackathons — never reach juniors effectively.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2004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0175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821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Scattered Communication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02920" y="36118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Campus information is fragmented across WhatsApp, emails, and notice boards with no central hub.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017520"/>
            <a:ext cx="91440" cy="16459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821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Missed Opportunities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4937760" y="361188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miss internships, hackathons, and government exams due to lack of timely, structured alerts.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485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85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E3562B">
              <a:alpha val="12000"/>
            </a:srgbClr>
          </a:solidFill>
          <a:ln w="12700">
            <a:solidFill>
              <a:srgbClr val="E3562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CohortConnect — A campus platform where seniors share knowledge, institutions post updates, and students grow together.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5681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&amp; Share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3832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LinkedIn-style posts with images, videos (≤3 min), PDFs, and resource links.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5468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95681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Content Gen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6440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 event posters &amp; videos from a short prompt using integrated AI tools.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80760" y="19202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92024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95681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56248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90488" y="23317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Gamified rankings based on likes, comments, shares, views &amp; post quality.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2860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6557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33832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1-on-1 messaging via Socket.IO for direct student communication.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15468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46557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016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Reminders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26440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Deadline notifications sent 1 day &amp; 6 hours before saved post deadlines</a:t>
            </a:r>
            <a:r>
              <a:rPr lang="en-US" sz="95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80760" y="34290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3429000"/>
            <a:ext cx="2743200" cy="34747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65576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5624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Verification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6190488" y="3840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F7F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authenticity of global opportunities (hackathons, internships).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5361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88366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94944" y="15544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registers &amp; sets up profile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" y="208483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43230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94944" y="21031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 feed or create a post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" y="263347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298094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94944" y="2651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media, tags, deadline &amp; publish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" y="318211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52958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94944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verifies global event authenticity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56032" y="373075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" y="4078224"/>
            <a:ext cx="0" cy="201168"/>
          </a:xfrm>
          <a:prstGeom prst="line">
            <a:avLst/>
          </a:prstGeom>
          <a:noFill/>
          <a:ln w="19050">
            <a:solidFill>
              <a:srgbClr val="E3562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94944" y="37490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Community engages: like, comment, share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" y="4279392"/>
            <a:ext cx="347472" cy="347472"/>
          </a:xfrm>
          <a:prstGeom prst="ellipse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279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" y="429768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363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post deadline → push notification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434840" y="1051560"/>
            <a:ext cx="0" cy="3931920"/>
          </a:xfrm>
          <a:prstGeom prst="line">
            <a:avLst/>
          </a:prstGeom>
          <a:noFill/>
          <a:ln w="12700">
            <a:solidFill>
              <a:srgbClr val="D0C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097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08575" y="1444752"/>
            <a:ext cx="2481541" cy="26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</a:p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80560" y="1317658"/>
            <a:ext cx="4169665" cy="131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dirty="0">
              <a:solidFill>
                <a:srgbClr val="1D3639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80560" y="2332425"/>
            <a:ext cx="2883863" cy="56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Backend</a:t>
            </a:r>
            <a:endParaRPr lang="en-US" sz="1100" b="1" dirty="0">
              <a:solidFill>
                <a:schemeClr val="tx1">
                  <a:lumMod val="95000"/>
                  <a:lumOff val="5000"/>
                </a:schemeClr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algn="l"/>
            <a:endParaRPr lang="en-US" sz="1100" b="1" dirty="0">
              <a:solidFill>
                <a:schemeClr val="bg2">
                  <a:lumMod val="50000"/>
                </a:schemeClr>
              </a:solidFill>
              <a:latin typeface="Poppins" pitchFamily="34" charset="0"/>
              <a:cs typeface="Poppins" pitchFamily="34" charset="-120"/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65893" y="3370621"/>
            <a:ext cx="2124223" cy="378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b="1" dirty="0">
              <a:solidFill>
                <a:srgbClr val="E3562B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94960" y="3035808"/>
            <a:ext cx="1695156" cy="277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256670"/>
            <a:ext cx="3383280" cy="19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709161" y="3161714"/>
            <a:ext cx="184286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08574" y="3370622"/>
            <a:ext cx="132829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C5D12"/>
                </a:solidFill>
              </a:rPr>
              <a:t>Database</a:t>
            </a:r>
          </a:p>
        </p:txBody>
      </p:sp>
      <p:sp>
        <p:nvSpPr>
          <p:cNvPr id="50" name="Text 48"/>
          <p:cNvSpPr/>
          <p:nvPr/>
        </p:nvSpPr>
        <p:spPr>
          <a:xfrm>
            <a:off x="5394958" y="4783015"/>
            <a:ext cx="3383282" cy="20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09459-C61E-9A49-7A53-EE1F26528331}"/>
              </a:ext>
            </a:extLst>
          </p:cNvPr>
          <p:cNvSpPr txBox="1"/>
          <p:nvPr/>
        </p:nvSpPr>
        <p:spPr>
          <a:xfrm>
            <a:off x="4594816" y="2570402"/>
            <a:ext cx="31002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D95AAF-808B-1DBA-A4BC-1148B3783F91}"/>
              </a:ext>
            </a:extLst>
          </p:cNvPr>
          <p:cNvSpPr txBox="1"/>
          <p:nvPr/>
        </p:nvSpPr>
        <p:spPr>
          <a:xfrm>
            <a:off x="4608575" y="1629039"/>
            <a:ext cx="2252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Vite@latest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React Router v6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DA6925-0FC9-0884-00A4-581EBFDA66E3}"/>
              </a:ext>
            </a:extLst>
          </p:cNvPr>
          <p:cNvSpPr txBox="1"/>
          <p:nvPr/>
        </p:nvSpPr>
        <p:spPr>
          <a:xfrm>
            <a:off x="7308174" y="1665130"/>
            <a:ext cx="13958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Axios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CSS3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768BFC-5FAF-107D-AA63-EF2F1B931427}"/>
              </a:ext>
            </a:extLst>
          </p:cNvPr>
          <p:cNvSpPr txBox="1"/>
          <p:nvPr/>
        </p:nvSpPr>
        <p:spPr>
          <a:xfrm>
            <a:off x="7323994" y="2570402"/>
            <a:ext cx="16163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JWT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Node-schedule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JavaScript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A32A3F-1D01-31C1-6144-49529C6F7420}"/>
              </a:ext>
            </a:extLst>
          </p:cNvPr>
          <p:cNvSpPr txBox="1"/>
          <p:nvPr/>
        </p:nvSpPr>
        <p:spPr>
          <a:xfrm>
            <a:off x="4528659" y="3895140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Flask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34AB4-7814-9176-A030-7B15E9708FAB}"/>
              </a:ext>
            </a:extLst>
          </p:cNvPr>
          <p:cNvSpPr txBox="1"/>
          <p:nvPr/>
        </p:nvSpPr>
        <p:spPr>
          <a:xfrm>
            <a:off x="4528658" y="4119671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CC5D12"/>
                </a:solidFill>
              </a:rPr>
              <a:t>Python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5199B6-403E-8CF9-A8C2-74E5089FABBF}"/>
              </a:ext>
            </a:extLst>
          </p:cNvPr>
          <p:cNvSpPr txBox="1"/>
          <p:nvPr/>
        </p:nvSpPr>
        <p:spPr>
          <a:xfrm>
            <a:off x="4605412" y="3686232"/>
            <a:ext cx="3893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MongoDB Community Server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13A1F3-4F28-AC4B-4522-CC842A8D699D}"/>
              </a:ext>
            </a:extLst>
          </p:cNvPr>
          <p:cNvSpPr txBox="1"/>
          <p:nvPr/>
        </p:nvSpPr>
        <p:spPr>
          <a:xfrm>
            <a:off x="4608575" y="4440079"/>
            <a:ext cx="432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Math animation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>
            <a:extLst>
              <a:ext uri="{FF2B5EF4-FFF2-40B4-BE49-F238E27FC236}">
                <a16:creationId xmlns:a16="http://schemas.microsoft.com/office/drawing/2014/main" id="{208A3661-B7DB-5A60-17E4-7374E9CDD5AE}"/>
              </a:ext>
            </a:extLst>
          </p:cNvPr>
          <p:cNvSpPr/>
          <p:nvPr/>
        </p:nvSpPr>
        <p:spPr>
          <a:xfrm>
            <a:off x="-548640" y="-548640"/>
            <a:ext cx="2743200" cy="2743200"/>
          </a:xfrm>
          <a:prstGeom prst="ellipse">
            <a:avLst/>
          </a:prstGeom>
          <a:solidFill>
            <a:srgbClr val="1A3A3F"/>
          </a:solidFill>
          <a:ln w="12700">
            <a:solidFill>
              <a:srgbClr val="1A3A3F"/>
            </a:solidFill>
            <a:prstDash val="solid"/>
          </a:ln>
        </p:spPr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609E448E-E8FD-2FBE-A45B-BF073AD87ECC}"/>
              </a:ext>
            </a:extLst>
          </p:cNvPr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1A3A3F"/>
          </a:solidFill>
          <a:ln w="12700">
            <a:solidFill>
              <a:srgbClr val="1A3A3F"/>
            </a:solidFill>
            <a:prstDash val="solid"/>
          </a:ln>
        </p:spPr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2B72F3C6-CB0F-EDA0-5738-9835AD73CF0A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the Team</a:t>
            </a:r>
            <a:endParaRPr lang="en-US" sz="26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01D06947-F72A-02F3-81CE-1E4D8A9D9909}"/>
              </a:ext>
            </a:extLst>
          </p:cNvPr>
          <p:cNvSpPr/>
          <p:nvPr/>
        </p:nvSpPr>
        <p:spPr>
          <a:xfrm>
            <a:off x="32004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D1A0228C-9510-795E-63DD-6AF170718C68}"/>
              </a:ext>
            </a:extLst>
          </p:cNvPr>
          <p:cNvSpPr/>
          <p:nvPr/>
        </p:nvSpPr>
        <p:spPr>
          <a:xfrm>
            <a:off x="39319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Keerthana</a:t>
            </a:r>
            <a:endParaRPr lang="en-US" sz="1000" dirty="0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C85FED52-078C-5AA5-A60B-2B22C9B44324}"/>
              </a:ext>
            </a:extLst>
          </p:cNvPr>
          <p:cNvSpPr/>
          <p:nvPr/>
        </p:nvSpPr>
        <p:spPr>
          <a:xfrm>
            <a:off x="39319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Stack Developer</a:t>
            </a:r>
            <a:endParaRPr lang="en-US" sz="85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5E2265EF-1363-BC55-8622-133FD88017DB}"/>
              </a:ext>
            </a:extLst>
          </p:cNvPr>
          <p:cNvSpPr/>
          <p:nvPr/>
        </p:nvSpPr>
        <p:spPr>
          <a:xfrm>
            <a:off x="246888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C1E7231-90E1-0DC2-0E39-91B8C5F17E48}"/>
              </a:ext>
            </a:extLst>
          </p:cNvPr>
          <p:cNvSpPr/>
          <p:nvPr/>
        </p:nvSpPr>
        <p:spPr>
          <a:xfrm>
            <a:off x="254203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Likhitha</a:t>
            </a:r>
            <a:endParaRPr lang="en-US" sz="10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FB641F32-7FC4-F62A-3770-BE4D3FBF02E4}"/>
              </a:ext>
            </a:extLst>
          </p:cNvPr>
          <p:cNvSpPr/>
          <p:nvPr/>
        </p:nvSpPr>
        <p:spPr>
          <a:xfrm>
            <a:off x="254203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UI/UX Designer</a:t>
            </a:r>
            <a:endParaRPr lang="en-US" sz="850" dirty="0"/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367AD5C0-F38D-6416-F403-3CBCC45CB232}"/>
              </a:ext>
            </a:extLst>
          </p:cNvPr>
          <p:cNvSpPr/>
          <p:nvPr/>
        </p:nvSpPr>
        <p:spPr>
          <a:xfrm>
            <a:off x="461772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DC2CA375-AB7B-A59E-0909-7891E9F8DF08}"/>
              </a:ext>
            </a:extLst>
          </p:cNvPr>
          <p:cNvSpPr/>
          <p:nvPr/>
        </p:nvSpPr>
        <p:spPr>
          <a:xfrm>
            <a:off x="4690872" y="1627632"/>
            <a:ext cx="1773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Rokhiya</a:t>
            </a:r>
            <a:endParaRPr lang="en-US" sz="1000" dirty="0"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87C15FF5-1D60-AB73-5E7F-10D748ADDA4E}"/>
              </a:ext>
            </a:extLst>
          </p:cNvPr>
          <p:cNvSpPr/>
          <p:nvPr/>
        </p:nvSpPr>
        <p:spPr>
          <a:xfrm>
            <a:off x="469087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Integration</a:t>
            </a:r>
            <a:endParaRPr lang="en-US" sz="850" dirty="0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AF495714-D230-4B9D-15CA-250AC5A9281D}"/>
              </a:ext>
            </a:extLst>
          </p:cNvPr>
          <p:cNvSpPr/>
          <p:nvPr/>
        </p:nvSpPr>
        <p:spPr>
          <a:xfrm>
            <a:off x="6766560" y="822960"/>
            <a:ext cx="1920240" cy="1417320"/>
          </a:xfrm>
          <a:prstGeom prst="rect">
            <a:avLst/>
          </a:prstGeom>
          <a:solidFill>
            <a:srgbClr val="1D3A3F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D6DA7159-2B61-F3FD-6B85-E952A8D36333}"/>
              </a:ext>
            </a:extLst>
          </p:cNvPr>
          <p:cNvSpPr/>
          <p:nvPr/>
        </p:nvSpPr>
        <p:spPr>
          <a:xfrm>
            <a:off x="6766560" y="1666319"/>
            <a:ext cx="1773936" cy="281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cs typeface="Poppins" pitchFamily="34" charset="-120"/>
              </a:rPr>
              <a:t>Vyshnavi</a:t>
            </a:r>
            <a:endParaRPr lang="en-US" sz="1000" dirty="0"/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8B865300-9D79-F156-6FA2-0367C7427A0B}"/>
              </a:ext>
            </a:extLst>
          </p:cNvPr>
          <p:cNvSpPr/>
          <p:nvPr/>
        </p:nvSpPr>
        <p:spPr>
          <a:xfrm>
            <a:off x="6839712" y="192024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 DevOps</a:t>
            </a:r>
            <a:endParaRPr lang="en-US" sz="850" dirty="0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E7559B2E-411C-BA9B-CECE-900EA1AB1184}"/>
              </a:ext>
            </a:extLst>
          </p:cNvPr>
          <p:cNvSpPr/>
          <p:nvPr/>
        </p:nvSpPr>
        <p:spPr>
          <a:xfrm>
            <a:off x="365760" y="2377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356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Learnings</a:t>
            </a:r>
            <a:endParaRPr lang="en-US" sz="1500" dirty="0"/>
          </a:p>
        </p:txBody>
      </p:sp>
      <p:sp>
        <p:nvSpPr>
          <p:cNvPr id="75" name="Text 20">
            <a:extLst>
              <a:ext uri="{FF2B5EF4-FFF2-40B4-BE49-F238E27FC236}">
                <a16:creationId xmlns:a16="http://schemas.microsoft.com/office/drawing/2014/main" id="{271DCE4B-8404-B1E1-CA1A-DDE0466311A5}"/>
              </a:ext>
            </a:extLst>
          </p:cNvPr>
          <p:cNvSpPr/>
          <p:nvPr/>
        </p:nvSpPr>
        <p:spPr>
          <a:xfrm>
            <a:off x="365760" y="27889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Designing scalable full-stack web architectures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Integrating AI APIs for content generation &amp; verification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Building real-time communication with Socket.IO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Implementing gamification for user engagement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✔  Workflow automation using n8n for notifications</a:t>
            </a:r>
            <a:endParaRPr lang="en-US" sz="1200" dirty="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FC824A3B-6BDE-BF38-E230-9FD111E0251E}"/>
              </a:ext>
            </a:extLst>
          </p:cNvPr>
          <p:cNvSpPr/>
          <p:nvPr/>
        </p:nvSpPr>
        <p:spPr>
          <a:xfrm>
            <a:off x="5085471" y="2461846"/>
            <a:ext cx="3692769" cy="21305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279FDBC8-152F-F5D6-52FC-A73B3E34EE1D}"/>
              </a:ext>
            </a:extLst>
          </p:cNvPr>
          <p:cNvSpPr/>
          <p:nvPr/>
        </p:nvSpPr>
        <p:spPr>
          <a:xfrm>
            <a:off x="5634110" y="3648457"/>
            <a:ext cx="2799471" cy="586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0818D9C5-2F03-5311-AB67-1BD5B76F5680}"/>
              </a:ext>
            </a:extLst>
          </p:cNvPr>
          <p:cNvSpPr/>
          <p:nvPr/>
        </p:nvSpPr>
        <p:spPr>
          <a:xfrm>
            <a:off x="5029200" y="41696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Feedback Welcome</a:t>
            </a:r>
            <a:endParaRPr lang="en-US" sz="110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A8F4A73D-F1DC-7B6B-03D3-B7A08E815DD9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9FC66DF8-41A5-AFD7-D4C1-B434BEB6A82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CohortConnect  |  Connecting Campus Communities  |  2025</a:t>
            </a:r>
            <a:endParaRPr lang="en-US" sz="9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0F8BF55-B211-D657-4718-25AFB1A9E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298" y="2487168"/>
            <a:ext cx="1760377" cy="1347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63D75-8621-D78B-7634-45BDD51F8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10" y="872814"/>
            <a:ext cx="804672" cy="810556"/>
          </a:xfrm>
          <a:prstGeom prst="ellips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FE7A93-6DC2-F1D9-D9E2-6D2443E49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3" y="880593"/>
            <a:ext cx="800804" cy="800804"/>
          </a:xfrm>
          <a:prstGeom prst="ellips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735DD-7BA7-0EFA-8D7F-57D81E74C8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980" y="872814"/>
            <a:ext cx="800804" cy="800804"/>
          </a:xfrm>
          <a:prstGeom prst="flowChartConnector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659672A-A0BB-275F-EAE0-524D7610CB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4494" y="880593"/>
            <a:ext cx="800804" cy="822734"/>
          </a:xfrm>
          <a:prstGeom prst="flowChartConnector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D3A3F"/>
        </a:solidFill>
        <a:ln w="12700">
          <a:solidFill>
            <a:schemeClr val="bg1"/>
          </a:solidFill>
        </a:ln>
      </a:spPr>
      <a:bodyPr rtlCol="0" anchor="ctr">
        <a:normAutofit/>
      </a:bodyPr>
      <a:lstStyle>
        <a:defPPr algn="ctr">
          <a:defRPr>
            <a:blipFill>
              <a:blip xmlns:r="http://schemas.openxmlformats.org/officeDocument/2006/relationships" r:embed="rId1"/>
              <a:tile tx="0" ty="0" sx="100000" sy="100000" flip="none" algn="tl"/>
            </a:blip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398</Words>
  <Application>Microsoft Office PowerPoint</Application>
  <PresentationFormat>On-screen Show (16:9)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CohortConnect</dc:title>
  <dc:subject>PptxGenJS Presentation</dc:subject>
  <dc:creator>PptxGenJS</dc:creator>
  <cp:lastModifiedBy>Surneedi Likhitha sai naga prasanna</cp:lastModifiedBy>
  <cp:revision>19</cp:revision>
  <dcterms:created xsi:type="dcterms:W3CDTF">2026-05-08T05:02:24Z</dcterms:created>
  <dcterms:modified xsi:type="dcterms:W3CDTF">2026-05-11T16:19:43Z</dcterms:modified>
</cp:coreProperties>
</file>